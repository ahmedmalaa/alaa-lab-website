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5"/>
  </p:normalViewPr>
  <p:slideViewPr>
    <p:cSldViewPr snapToGrid="0">
      <p:cViewPr varScale="1">
        <p:scale>
          <a:sx n="102" d="100"/>
          <a:sy n="102" d="100"/>
        </p:scale>
        <p:origin x="11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B3C64-8B0B-C2FC-8A2E-C582F984E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052F1-F2C9-B308-FBC5-2C0C8517E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C87DF-8EEF-52F6-6E65-C549B83C2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55C6-E383-084A-8D4B-5814996D1C92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8BE01-E67F-1278-E63F-C05CDD86C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81328-CB09-C9C7-3C26-C2A9824A1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806B-C790-0D49-ACCC-BF63C651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21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03CCD-DF1B-D52D-F0AA-2E025630B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8E2E0-0768-F507-0682-61A96E8B6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441D2-3EA4-57C5-29A6-F11D6B26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55C6-E383-084A-8D4B-5814996D1C92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D0E6-F738-0824-5A7D-B7B118C56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CDDA3-8B35-0162-674E-8157A6FEF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806B-C790-0D49-ACCC-BF63C651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62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9CE36-7584-885D-A886-E1D1BC3D7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1DB10-2E99-EB75-1057-F523C7360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D19C2-E588-18E4-3B17-9499581D8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55C6-E383-084A-8D4B-5814996D1C92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B5378-E5B2-8540-D999-F75BADE27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EEF88-670A-989F-9F64-AB91B5AF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806B-C790-0D49-ACCC-BF63C651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C1264-2155-CC5E-6006-3A3E4C97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10E6A-91BA-3CE1-8812-D45AC75D4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19F79-5583-D687-048B-BB31A122F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033EC-159E-BBA0-487C-4D343CA8B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55C6-E383-084A-8D4B-5814996D1C92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84E25-5BC1-FC35-3F47-4D066DC0A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B1AB9-82C6-56B0-CA22-FC0880AE3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806B-C790-0D49-ACCC-BF63C651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35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C8281-4F82-F3B4-9707-A5A563B72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A8C8D-44F9-1F6E-C2DB-3027C5E99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021DC-48E7-EF7E-E675-D8964EA2A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70462-5496-AAD6-92C7-3AD4F2F8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CEFC-8D3A-B0E8-00A9-546B4F0BA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403C06-CD27-6F85-E74F-D920B563F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55C6-E383-084A-8D4B-5814996D1C92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E183EA-F1A5-8358-AA85-E710826B3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75EA3F-4046-30D2-1260-BA4833529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806B-C790-0D49-ACCC-BF63C651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86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9551-9C7F-785B-D218-E3B55C844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678F4D-0F3A-EE08-A7E0-E3A14B0F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55C6-E383-084A-8D4B-5814996D1C92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8E8EB-C0CF-0A80-38C7-9CAD01AB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BB59B9-E283-2FCA-38D8-A0A1E8542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806B-C790-0D49-ACCC-BF63C651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77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CDB27-115F-C183-FC08-A57B438DF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55C6-E383-084A-8D4B-5814996D1C92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BE8452-D745-B6B8-B1AA-98C2E067D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6301B-270F-D33F-DFCF-85EE62C24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806B-C790-0D49-ACCC-BF63C651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10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CB579-FC26-F401-FAE9-72D54D6A1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CB86D-2C0D-C8C4-E175-8208DF4B4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F8737-C076-5DCD-D4A3-0ED1140FD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B5B82-B60A-A72B-90F8-1C6D9663C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55C6-E383-084A-8D4B-5814996D1C92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DF15B-4316-236F-6B69-956ACC19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C1869-32C4-5B6C-D095-DAF6D51E8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806B-C790-0D49-ACCC-BF63C651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39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E9BBB-7A59-9497-5C6D-B93243B2C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4E18C-F399-1C6E-11DC-1720F542D4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64744-2895-2AB1-FA3C-97E1638E7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F529D-D585-DF4B-4DF6-4B5EDAA12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55C6-E383-084A-8D4B-5814996D1C92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87159-33B4-F8F8-0A55-4F561F4EE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EF74B-571D-C350-BC12-40FCD1B6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806B-C790-0D49-ACCC-BF63C651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7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F437C-0A3A-7996-C35F-A25F76F2D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9BFDD-28CD-CC22-089A-47391226D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38AAE-177A-7B5F-23DF-7888A6E0B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55C6-E383-084A-8D4B-5814996D1C92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3A4CA-7410-0285-0D40-0710FEC61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F4762-9559-760A-18E7-D766B6898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806B-C790-0D49-ACCC-BF63C651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925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11013A-A9C4-4878-101A-5CBD2166DF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5EC142-5EC9-536A-CFE0-D5235FECA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CB024-90F4-17F8-9838-D919B713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F55C6-E383-084A-8D4B-5814996D1C92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071C5-7F22-F98E-8A63-CD6F67114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769C6-B311-65B6-337C-4FA151F48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806B-C790-0D49-ACCC-BF63C651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0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C5F6E3-1C20-E813-8700-C4258B87D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EA8EB-B2AA-29D8-0F98-848D3CDA3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DE09F-82D3-0C61-E461-D677BD401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F55C6-E383-084A-8D4B-5814996D1C92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83EDE-B99F-2E80-F8B5-FFD5C4760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B8CFA-1719-4D45-C578-B54DB965F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0806B-C790-0D49-ACCC-BF63C6518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1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ear with graph and arrow&#10;&#10;AI-generated content may be incorrect.">
            <a:extLst>
              <a:ext uri="{FF2B5EF4-FFF2-40B4-BE49-F238E27FC236}">
                <a16:creationId xmlns:a16="http://schemas.microsoft.com/office/drawing/2014/main" id="{D2BE7DB4-7615-992C-3913-7B8B91F629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72" b="7476"/>
          <a:stretch>
            <a:fillRect/>
          </a:stretch>
        </p:blipFill>
        <p:spPr>
          <a:xfrm>
            <a:off x="644761" y="547681"/>
            <a:ext cx="3336759" cy="2881319"/>
          </a:xfrm>
          <a:prstGeom prst="rect">
            <a:avLst/>
          </a:prstGeom>
          <a:ln>
            <a:noFill/>
          </a:ln>
        </p:spPr>
      </p:pic>
      <p:pic>
        <p:nvPicPr>
          <p:cNvPr id="7" name="Picture 6" descr="A black bear with a graduation cap on its head&#10;&#10;AI-generated content may be incorrect.">
            <a:extLst>
              <a:ext uri="{FF2B5EF4-FFF2-40B4-BE49-F238E27FC236}">
                <a16:creationId xmlns:a16="http://schemas.microsoft.com/office/drawing/2014/main" id="{49BFE13C-387A-8A34-04E7-39F61DD2F6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364" b="-1"/>
          <a:stretch>
            <a:fillRect/>
          </a:stretch>
        </p:blipFill>
        <p:spPr>
          <a:xfrm>
            <a:off x="4264775" y="547681"/>
            <a:ext cx="3336759" cy="2881319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bear with film strip and a reel&#10;&#10;AI-generated content may be incorrect.">
            <a:extLst>
              <a:ext uri="{FF2B5EF4-FFF2-40B4-BE49-F238E27FC236}">
                <a16:creationId xmlns:a16="http://schemas.microsoft.com/office/drawing/2014/main" id="{E666F480-FDF3-53F5-46A1-4F2DEF5B12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72" b="7476"/>
          <a:stretch>
            <a:fillRect/>
          </a:stretch>
        </p:blipFill>
        <p:spPr>
          <a:xfrm>
            <a:off x="7884789" y="547681"/>
            <a:ext cx="3336759" cy="2881319"/>
          </a:xfrm>
          <a:prstGeom prst="rect">
            <a:avLst/>
          </a:prstGeom>
          <a:ln>
            <a:noFill/>
          </a:ln>
        </p:spPr>
      </p:pic>
      <p:pic>
        <p:nvPicPr>
          <p:cNvPr id="13" name="Picture 12" descr="A black bear with a bell in its mouth&#10;&#10;AI-generated content may be incorrect.">
            <a:extLst>
              <a:ext uri="{FF2B5EF4-FFF2-40B4-BE49-F238E27FC236}">
                <a16:creationId xmlns:a16="http://schemas.microsoft.com/office/drawing/2014/main" id="{F6E16177-FACF-FA3E-B22F-3F51A7F88C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172" b="7476"/>
          <a:stretch>
            <a:fillRect/>
          </a:stretch>
        </p:blipFill>
        <p:spPr>
          <a:xfrm>
            <a:off x="4427620" y="3600901"/>
            <a:ext cx="3336759" cy="28813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6393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Alaa</dc:creator>
  <cp:lastModifiedBy>Ahmed Alaa</cp:lastModifiedBy>
  <cp:revision>2</cp:revision>
  <dcterms:created xsi:type="dcterms:W3CDTF">2026-06-24T11:02:57Z</dcterms:created>
  <dcterms:modified xsi:type="dcterms:W3CDTF">2026-06-24T13:10:03Z</dcterms:modified>
</cp:coreProperties>
</file>